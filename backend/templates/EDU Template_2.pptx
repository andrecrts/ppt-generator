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2.jpeg" ContentType="image/jpeg"/>
  <Override PartName="/ppt/media/image3.jpeg" ContentType="image/jpeg"/>
  <Override PartName="/ppt/media/image4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9" name="Shape 11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"/>
          <p:cNvSpPr txBox="1"/>
          <p:nvPr>
            <p:ph type="title" hasCustomPrompt="1"/>
          </p:nvPr>
        </p:nvSpPr>
        <p:spPr>
          <a:xfrm>
            <a:off x="2100111" y="1014829"/>
            <a:ext cx="7772401" cy="2040555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TÍTULO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2461660" y="3561346"/>
            <a:ext cx="6858001" cy="6473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subtítulo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"/>
          <p:cNvSpPr txBox="1"/>
          <p:nvPr>
            <p:ph type="title" hasCustomPrompt="1"/>
          </p:nvPr>
        </p:nvSpPr>
        <p:spPr>
          <a:xfrm>
            <a:off x="599173" y="2949506"/>
            <a:ext cx="7772401" cy="2040556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TÍTULO</a:t>
            </a:r>
          </a:p>
        </p:txBody>
      </p:sp>
      <p:sp>
        <p:nvSpPr>
          <p:cNvPr id="21" name="Body Level One…"/>
          <p:cNvSpPr txBox="1"/>
          <p:nvPr>
            <p:ph type="body" sz="quarter" idx="1" hasCustomPrompt="1"/>
          </p:nvPr>
        </p:nvSpPr>
        <p:spPr>
          <a:xfrm>
            <a:off x="1056373" y="5967662"/>
            <a:ext cx="6858001" cy="6473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subtítulo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Title and Cont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1081037" y="125127"/>
            <a:ext cx="7886701" cy="1325564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ÍTULO"/>
          <p:cNvSpPr txBox="1"/>
          <p:nvPr>
            <p:ph type="title" hasCustomPrompt="1"/>
          </p:nvPr>
        </p:nvSpPr>
        <p:spPr>
          <a:xfrm>
            <a:off x="1898583" y="750575"/>
            <a:ext cx="5936382" cy="2754098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/>
            <a:r>
              <a:t>TÍTULO</a:t>
            </a:r>
          </a:p>
        </p:txBody>
      </p:sp>
      <p:sp>
        <p:nvSpPr>
          <p:cNvPr id="48" name="Body Level One…"/>
          <p:cNvSpPr txBox="1"/>
          <p:nvPr>
            <p:ph type="body" sz="quarter" idx="1" hasCustomPrompt="1"/>
          </p:nvPr>
        </p:nvSpPr>
        <p:spPr>
          <a:xfrm>
            <a:off x="2254717" y="3878981"/>
            <a:ext cx="5512872" cy="6473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pPr/>
            <a:r>
              <a:t>subtítulo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</p:spPr>
        <p:txBody>
          <a:bodyPr anchor="b"/>
          <a:lstStyle>
            <a:lvl1pPr algn="l">
              <a:defRPr b="0" sz="60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623887" y="4589464"/>
            <a:ext cx="7886701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</p:spPr>
        <p:txBody>
          <a:bodyPr/>
          <a:lstStyle>
            <a:lvl1pPr algn="l">
              <a:defRPr b="0"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6" name="Body Level One…"/>
          <p:cNvSpPr txBox="1"/>
          <p:nvPr>
            <p:ph type="body"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>
              <a:defRPr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</p:spPr>
        <p:txBody>
          <a:bodyPr/>
          <a:lstStyle>
            <a:lvl1pPr algn="l">
              <a:defRPr b="0"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75" name="Body Level One…"/>
          <p:cNvSpPr txBox="1"/>
          <p:nvPr>
            <p:ph type="body" sz="quarter" idx="1"/>
          </p:nvPr>
        </p:nvSpPr>
        <p:spPr>
          <a:xfrm>
            <a:off x="629841" y="1681163"/>
            <a:ext cx="3868341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0" indent="457200">
              <a:buSzTx/>
              <a:buFontTx/>
              <a:buNone/>
              <a:defRPr b="1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0" indent="914400">
              <a:buSzTx/>
              <a:buFontTx/>
              <a:buNone/>
              <a:defRPr b="1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0" indent="1371600">
              <a:buSzTx/>
              <a:buFontTx/>
              <a:buNone/>
              <a:defRPr b="1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0" indent="1828800">
              <a:buSzTx/>
              <a:buFontTx/>
              <a:buNone/>
              <a:defRPr b="1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Text Placeholder 4"/>
          <p:cNvSpPr/>
          <p:nvPr>
            <p:ph type="body" sz="quarter" idx="21"/>
          </p:nvPr>
        </p:nvSpPr>
        <p:spPr>
          <a:xfrm>
            <a:off x="4629150" y="1681163"/>
            <a:ext cx="3887392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</p:spPr>
        <p:txBody>
          <a:bodyPr/>
          <a:lstStyle>
            <a:lvl1pPr algn="l">
              <a:defRPr b="0" sz="44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 algn="l">
              <a:defRPr b="0"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0" name="Body Level One…"/>
          <p:cNvSpPr txBox="1"/>
          <p:nvPr>
            <p:ph type="body" sz="half" idx="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718457" indent="-261257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1219200" indent="-30480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1737360" indent="-36576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2194560" indent="-365760">
              <a:defRPr sz="32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Text Placeholder 3"/>
          <p:cNvSpPr/>
          <p:nvPr>
            <p:ph type="body" sz="quarter" idx="21"/>
          </p:nvPr>
        </p:nvSpPr>
        <p:spPr>
          <a:xfrm>
            <a:off x="629840" y="2057400"/>
            <a:ext cx="2949180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</a:p>
        </p:txBody>
      </p:sp>
      <p:sp>
        <p:nvSpPr>
          <p:cNvPr id="102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Text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 algn="l">
              <a:defRPr b="0" sz="3200">
                <a:solidFill>
                  <a:srgbClr val="0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0" name="Picture Placeholder 2"/>
          <p:cNvSpPr/>
          <p:nvPr>
            <p:ph type="pic" sz="half" idx="21"/>
          </p:nvPr>
        </p:nvSpPr>
        <p:spPr>
          <a:xfrm>
            <a:off x="3887391" y="987425"/>
            <a:ext cx="4629151" cy="48736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11" name="Body Level One…"/>
          <p:cNvSpPr txBox="1"/>
          <p:nvPr>
            <p:ph type="body" sz="quarter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1pPr>
            <a:lvl2pPr marL="0" indent="457200">
              <a:buSzTx/>
              <a:buFontTx/>
              <a:buNone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2pPr>
            <a:lvl3pPr marL="0" indent="914400">
              <a:buSzTx/>
              <a:buFontTx/>
              <a:buNone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3pPr>
            <a:lvl4pPr marL="0" indent="1371600">
              <a:buSzTx/>
              <a:buFontTx/>
              <a:buNone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4pPr>
            <a:lvl5pPr marL="0" indent="1828800">
              <a:buSzTx/>
              <a:buFontTx/>
              <a:buNone/>
              <a:defRPr sz="16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xfrm>
            <a:off x="8256726" y="6414761"/>
            <a:ext cx="258624" cy="248306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648928" y="0"/>
            <a:ext cx="7886701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28650" y="1896177"/>
            <a:ext cx="7886700" cy="441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6172200"/>
            <a:ext cx="21336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ctr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206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5"/>
          <p:cNvSpPr txBox="1"/>
          <p:nvPr>
            <p:ph type="ctrTitle"/>
          </p:nvPr>
        </p:nvSpPr>
        <p:spPr>
          <a:xfrm>
            <a:off x="2100111" y="1014829"/>
            <a:ext cx="7772401" cy="2040554"/>
          </a:xfrm>
          <a:prstGeom prst="rect">
            <a:avLst/>
          </a:prstGeom>
        </p:spPr>
        <p:txBody>
          <a:bodyPr/>
          <a:lstStyle/>
          <a:p>
            <a:pPr/>
            <a:r>
              <a:t>Title</a:t>
            </a:r>
          </a:p>
        </p:txBody>
      </p:sp>
      <p:sp>
        <p:nvSpPr>
          <p:cNvPr id="122" name="Subtitle 6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Subtitle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3"/>
          <p:cNvSpPr txBox="1"/>
          <p:nvPr>
            <p:ph type="title"/>
          </p:nvPr>
        </p:nvSpPr>
        <p:spPr>
          <a:xfrm>
            <a:off x="1648928" y="0"/>
            <a:ext cx="78867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</a:t>
            </a:r>
          </a:p>
        </p:txBody>
      </p:sp>
      <p:sp>
        <p:nvSpPr>
          <p:cNvPr id="125" name="Content"/>
          <p:cNvSpPr txBox="1"/>
          <p:nvPr>
            <p:ph type="body" sz="half" idx="1"/>
          </p:nvPr>
        </p:nvSpPr>
        <p:spPr>
          <a:xfrm>
            <a:off x="457199" y="1896465"/>
            <a:ext cx="5120642" cy="441838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</a:lstStyle>
          <a:p>
            <a:pPr/>
            <a:r>
              <a:t>Content</a:t>
            </a:r>
          </a:p>
        </p:txBody>
      </p:sp>
      <p:sp>
        <p:nvSpPr>
          <p:cNvPr id="126" name="Image"/>
          <p:cNvSpPr txBox="1"/>
          <p:nvPr/>
        </p:nvSpPr>
        <p:spPr>
          <a:xfrm>
            <a:off x="5708237" y="1896465"/>
            <a:ext cx="3215138" cy="4418380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16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xfrm>
            <a:off x="599173" y="2949506"/>
            <a:ext cx="7772401" cy="2040555"/>
          </a:xfrm>
          <a:prstGeom prst="rect">
            <a:avLst/>
          </a:prstGeom>
        </p:spPr>
        <p:txBody>
          <a:bodyPr/>
          <a:lstStyle/>
          <a:p>
            <a:pPr/>
            <a:r>
              <a:t>Title</a:t>
            </a:r>
          </a:p>
        </p:txBody>
      </p:sp>
      <p:sp>
        <p:nvSpPr>
          <p:cNvPr id="129" name="Subtitle 2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Subtitle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 txBox="1"/>
          <p:nvPr>
            <p:ph type="title"/>
          </p:nvPr>
        </p:nvSpPr>
        <p:spPr>
          <a:xfrm>
            <a:off x="1081037" y="125128"/>
            <a:ext cx="78867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</a:t>
            </a:r>
          </a:p>
        </p:txBody>
      </p:sp>
      <p:sp>
        <p:nvSpPr>
          <p:cNvPr id="132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</a:lvl1pPr>
          </a:lstStyle>
          <a:p>
            <a:pPr/>
            <a:r>
              <a:t>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itle 1"/>
          <p:cNvSpPr txBox="1"/>
          <p:nvPr>
            <p:ph type="title"/>
          </p:nvPr>
        </p:nvSpPr>
        <p:spPr>
          <a:xfrm>
            <a:off x="1081037" y="125128"/>
            <a:ext cx="78867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</a:t>
            </a:r>
          </a:p>
        </p:txBody>
      </p:sp>
      <p:sp>
        <p:nvSpPr>
          <p:cNvPr id="135" name="Content Placeholder 2"/>
          <p:cNvSpPr txBox="1"/>
          <p:nvPr>
            <p:ph type="body" sz="quarter" idx="1"/>
          </p:nvPr>
        </p:nvSpPr>
        <p:spPr>
          <a:xfrm>
            <a:off x="1192352" y="1740974"/>
            <a:ext cx="7664070" cy="56163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chemeClr val="accent1">
                    <a:satOff val="-19091"/>
                    <a:lumOff val="-11921"/>
                  </a:schemeClr>
                </a:solidFill>
              </a:defRPr>
            </a:lvl1pPr>
          </a:lstStyle>
          <a:p>
            <a:pPr/>
            <a:r>
              <a:t>Subtitle</a:t>
            </a:r>
          </a:p>
        </p:txBody>
      </p:sp>
      <p:sp>
        <p:nvSpPr>
          <p:cNvPr id="136" name="Content Placeholder 2"/>
          <p:cNvSpPr txBox="1"/>
          <p:nvPr/>
        </p:nvSpPr>
        <p:spPr>
          <a:xfrm>
            <a:off x="1192352" y="2333581"/>
            <a:ext cx="7664070" cy="3900756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chemeClr val="accent1">
                    <a:satOff val="-19091"/>
                    <a:lumOff val="-11921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1"/>
          <p:cNvSpPr txBox="1"/>
          <p:nvPr>
            <p:ph type="title"/>
          </p:nvPr>
        </p:nvSpPr>
        <p:spPr>
          <a:xfrm>
            <a:off x="1081037" y="125128"/>
            <a:ext cx="78867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</a:t>
            </a:r>
          </a:p>
        </p:txBody>
      </p:sp>
      <p:sp>
        <p:nvSpPr>
          <p:cNvPr id="139" name="Content Placeholder 2"/>
          <p:cNvSpPr txBox="1"/>
          <p:nvPr/>
        </p:nvSpPr>
        <p:spPr>
          <a:xfrm>
            <a:off x="1192352" y="1696642"/>
            <a:ext cx="7664070" cy="4537695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>
            <a:lvl1pPr algn="ctr">
              <a:lnSpc>
                <a:spcPct val="90000"/>
              </a:lnSpc>
              <a:spcBef>
                <a:spcPts val="1000"/>
              </a:spcBef>
              <a:defRPr sz="2400">
                <a:solidFill>
                  <a:schemeClr val="accent1">
                    <a:satOff val="-19091"/>
                    <a:lumOff val="-11921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