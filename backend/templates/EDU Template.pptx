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5F0C67-E4AA-EA43-A07E-02A69EE1637B}" v="1" dt="2018-07-17T18:53:11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5"/>
    <p:restoredTop sz="95833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00112" y="1014829"/>
            <a:ext cx="7772400" cy="2040555"/>
          </a:xfrm>
        </p:spPr>
        <p:txBody>
          <a:bodyPr anchor="b"/>
          <a:lstStyle>
            <a:lvl1pPr algn="ctr">
              <a:defRPr sz="60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dirty="0"/>
              <a:t>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461661" y="3561346"/>
            <a:ext cx="6858000" cy="64729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subtítulo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BCFD-C5D9-A04A-BEC6-53AFE64C576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1709-0F2D-8840-8D8B-31CC5DB124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85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599173" y="2949507"/>
            <a:ext cx="7772400" cy="2040555"/>
          </a:xfrm>
        </p:spPr>
        <p:txBody>
          <a:bodyPr anchor="b"/>
          <a:lstStyle>
            <a:lvl1pPr algn="ctr">
              <a:defRPr sz="60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dirty="0"/>
              <a:t>TÍTULO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6373" y="5967662"/>
            <a:ext cx="6858000" cy="64729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subtítulo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544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928" y="0"/>
            <a:ext cx="7886700" cy="1325563"/>
          </a:xfr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dirty="0" err="1"/>
              <a:t>Click</a:t>
            </a:r>
            <a:r>
              <a:rPr lang="es-ES" dirty="0"/>
              <a:t> to </a:t>
            </a:r>
            <a:r>
              <a:rPr lang="es-ES" dirty="0" err="1"/>
              <a:t>edit</a:t>
            </a:r>
            <a:r>
              <a:rPr lang="es-ES" dirty="0"/>
              <a:t> Master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96177"/>
            <a:ext cx="7886700" cy="4417995"/>
          </a:xfrm>
        </p:spPr>
        <p:txBody>
          <a:bodyPr/>
          <a:lstStyle>
            <a:lvl1pPr>
              <a:defRPr b="0" i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b="0" i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b="0" i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b="0" i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b="0" i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s-ES" dirty="0" err="1"/>
              <a:t>Click</a:t>
            </a:r>
            <a:r>
              <a:rPr lang="es-ES" dirty="0"/>
              <a:t> to </a:t>
            </a:r>
            <a:r>
              <a:rPr lang="es-ES" dirty="0" err="1"/>
              <a:t>edit</a:t>
            </a:r>
            <a:r>
              <a:rPr lang="es-ES" dirty="0"/>
              <a:t> Master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styles</a:t>
            </a:r>
            <a:endParaRPr lang="es-ES" dirty="0"/>
          </a:p>
          <a:p>
            <a:pPr lvl="1"/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lvl="2"/>
            <a:r>
              <a:rPr lang="es-ES" dirty="0" err="1"/>
              <a:t>Third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lvl="3"/>
            <a:r>
              <a:rPr lang="es-ES" dirty="0" err="1"/>
              <a:t>Fourth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lvl="4"/>
            <a:r>
              <a:rPr lang="es-ES" dirty="0" err="1"/>
              <a:t>Fifth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79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037" y="125128"/>
            <a:ext cx="7886700" cy="1325563"/>
          </a:xfrm>
        </p:spPr>
        <p:txBody>
          <a:bodyPr>
            <a:normAutofit/>
          </a:bodyPr>
          <a:lstStyle>
            <a:lvl1pPr algn="ctr">
              <a:defRPr sz="4000" b="1" i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dirty="0" err="1"/>
              <a:t>Click</a:t>
            </a:r>
            <a:r>
              <a:rPr lang="es-ES" dirty="0"/>
              <a:t> to </a:t>
            </a:r>
            <a:r>
              <a:rPr lang="es-ES" dirty="0" err="1"/>
              <a:t>edit</a:t>
            </a:r>
            <a:r>
              <a:rPr lang="es-ES" dirty="0"/>
              <a:t> Master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96177"/>
            <a:ext cx="7886700" cy="4417995"/>
          </a:xfrm>
        </p:spPr>
        <p:txBody>
          <a:bodyPr/>
          <a:lstStyle>
            <a:lvl1pPr>
              <a:defRPr b="0" i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b="0" i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b="0" i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b="0" i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b="0" i="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s-ES" dirty="0" err="1"/>
              <a:t>Click</a:t>
            </a:r>
            <a:r>
              <a:rPr lang="es-ES" dirty="0"/>
              <a:t> to </a:t>
            </a:r>
            <a:r>
              <a:rPr lang="es-ES" dirty="0" err="1"/>
              <a:t>edit</a:t>
            </a:r>
            <a:r>
              <a:rPr lang="es-ES" dirty="0"/>
              <a:t> Master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styles</a:t>
            </a:r>
            <a:endParaRPr lang="es-ES" dirty="0"/>
          </a:p>
          <a:p>
            <a:pPr lvl="1"/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lvl="2"/>
            <a:r>
              <a:rPr lang="es-ES" dirty="0" err="1"/>
              <a:t>Third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lvl="3"/>
            <a:r>
              <a:rPr lang="es-ES" dirty="0" err="1"/>
              <a:t>Fourth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lvl="4"/>
            <a:r>
              <a:rPr lang="es-ES" dirty="0" err="1"/>
              <a:t>Fifth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76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98584" y="750575"/>
            <a:ext cx="5936381" cy="2754098"/>
          </a:xfrm>
        </p:spPr>
        <p:txBody>
          <a:bodyPr anchor="b"/>
          <a:lstStyle>
            <a:lvl1pPr algn="ctr">
              <a:defRPr sz="60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dirty="0"/>
              <a:t>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54718" y="3878981"/>
            <a:ext cx="5512870" cy="64729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subtítulo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743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BCFD-C5D9-A04A-BEC6-53AFE64C576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1709-0F2D-8840-8D8B-31CC5DB124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2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Click to edit Master text styles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Click to edit Master text styles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BCFD-C5D9-A04A-BEC6-53AFE64C576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1709-0F2D-8840-8D8B-31CC5DB124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98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Click to edit Master text styles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Click to edit Master text styles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BCFD-C5D9-A04A-BEC6-53AFE64C576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1709-0F2D-8840-8D8B-31CC5DB124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25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BCFD-C5D9-A04A-BEC6-53AFE64C576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1709-0F2D-8840-8D8B-31CC5DB124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41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BCFD-C5D9-A04A-BEC6-53AFE64C576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1709-0F2D-8840-8D8B-31CC5DB124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4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Click to edit Master text styles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BCFD-C5D9-A04A-BEC6-53AFE64C576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1709-0F2D-8840-8D8B-31CC5DB124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98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BCFD-C5D9-A04A-BEC6-53AFE64C576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1709-0F2D-8840-8D8B-31CC5DB124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06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Click to edit Master text styles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BCFD-C5D9-A04A-BEC6-53AFE64C576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1709-0F2D-8840-8D8B-31CC5DB124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85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Click to edit Master text styles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BCFD-C5D9-A04A-BEC6-53AFE64C576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1709-0F2D-8840-8D8B-31CC5DB124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4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Click to edit Master text styles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EBCFD-C5D9-A04A-BEC6-53AFE64C576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C1709-0F2D-8840-8D8B-31CC5DB124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90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4" r:id="rId4"/>
    <p:sldLayoutId id="2147483673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6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803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8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84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AED94-0F62-7340-9220-BD646197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332AC1-4961-F64E-B211-06CC32C4B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9756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</TotalTime>
  <Words>0</Words>
  <Application>Microsoft Office PowerPoint</Application>
  <PresentationFormat>Presentación en pantalla (4:3)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Diseno Grafico</dc:creator>
  <cp:lastModifiedBy>Flor De Maria Bonilla Arevalo</cp:lastModifiedBy>
  <cp:revision>16</cp:revision>
  <dcterms:created xsi:type="dcterms:W3CDTF">2016-02-24T22:08:04Z</dcterms:created>
  <dcterms:modified xsi:type="dcterms:W3CDTF">2026-02-26T15:23:25Z</dcterms:modified>
</cp:coreProperties>
</file>